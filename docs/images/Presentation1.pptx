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91" d="100"/>
          <a:sy n="91" d="100"/>
        </p:scale>
        <p:origin x="3432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5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6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2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11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70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40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70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71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02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9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36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9B7C9-9AA4-4C42-9630-9B3CEE6A99FD}" type="datetimeFigureOut">
              <a:rPr lang="en-US" smtClean="0"/>
              <a:t>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CAB1-3532-9549-B778-C40B4E34D4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14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35200" y="338673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READ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5071" y="880540"/>
            <a:ext cx="2523067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INDEXING (MPI and Ghost cells)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235200" y="1388539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ALLOCATE VARIABLES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067" y="2235206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READ HOTSTART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3671" y="2235206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INITIALIZATION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947338" y="3081871"/>
            <a:ext cx="2590800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UPDATE ETA,U, V, MASKS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1739" y="3589872"/>
            <a:ext cx="3285062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ESTIMATE DT if fixed DT option not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6267" y="5350932"/>
            <a:ext cx="3572933" cy="111760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 TWO-STEP SOLVER</a:t>
            </a:r>
          </a:p>
          <a:p>
            <a:pPr algn="ctr"/>
            <a:r>
              <a:rPr lang="en-US" sz="1400" dirty="0"/>
              <a:t>Hydrostatic</a:t>
            </a:r>
          </a:p>
          <a:p>
            <a:pPr algn="ctr"/>
            <a:r>
              <a:rPr lang="en-US" sz="1400" dirty="0"/>
              <a:t>Nonhydrostatic</a:t>
            </a:r>
          </a:p>
          <a:p>
            <a:pPr algn="ctr"/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2235200" y="4114805"/>
            <a:ext cx="2048933" cy="9482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EXTERNAL FORCING ( Pressure force by vessel, IBM forcing,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35200" y="7298275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OUTPUT if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35200" y="7823209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CHECK INSTABILITY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5200" y="6773341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STATISTICS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5200" y="8534409"/>
            <a:ext cx="2048933" cy="27093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STOP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242738" y="609606"/>
            <a:ext cx="0" cy="270934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242738" y="1151473"/>
            <a:ext cx="0" cy="270934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3242734" y="1659472"/>
            <a:ext cx="0" cy="2709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794933" y="1930400"/>
            <a:ext cx="29294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1820338" y="1930400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4707467" y="1930400"/>
            <a:ext cx="0" cy="270934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786467" y="2506139"/>
            <a:ext cx="0" cy="2709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4699001" y="2506145"/>
            <a:ext cx="0" cy="27092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1778000" y="2760134"/>
            <a:ext cx="292946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242734" y="2777067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3242738" y="3285072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3242738" y="3809999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242738" y="5063073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3234276" y="6468538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3234276" y="6993469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3234276" y="7518403"/>
            <a:ext cx="0" cy="304806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 flipH="1">
            <a:off x="3234275" y="8094142"/>
            <a:ext cx="1" cy="440267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Diamond 46"/>
          <p:cNvSpPr/>
          <p:nvPr/>
        </p:nvSpPr>
        <p:spPr>
          <a:xfrm>
            <a:off x="5334001" y="5063073"/>
            <a:ext cx="1253066" cy="880526"/>
          </a:xfrm>
          <a:prstGeom prst="diamond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TIME LOOP</a:t>
            </a:r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3234275" y="8280400"/>
            <a:ext cx="2726258" cy="16933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endCxn id="47" idx="2"/>
          </p:cNvCxnSpPr>
          <p:nvPr/>
        </p:nvCxnSpPr>
        <p:spPr>
          <a:xfrm flipV="1">
            <a:off x="5960533" y="5943599"/>
            <a:ext cx="1" cy="233680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H="1" flipV="1">
            <a:off x="5960533" y="2895600"/>
            <a:ext cx="1" cy="215054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3242738" y="2912533"/>
            <a:ext cx="271779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507074" y="1659472"/>
            <a:ext cx="1005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HOT START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4099" y="1588766"/>
            <a:ext cx="1084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COLD START</a:t>
            </a:r>
          </a:p>
        </p:txBody>
      </p:sp>
    </p:spTree>
    <p:extLst>
      <p:ext uri="{BB962C8B-B14F-4D97-AF65-F5344CB8AC3E}">
        <p14:creationId xmlns:p14="http://schemas.microsoft.com/office/powerpoint/2010/main" val="1255819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62</Words>
  <Application>Microsoft Macintosh PowerPoint</Application>
  <PresentationFormat>On-screen Show (4:3)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Fengyan Shi</dc:creator>
  <cp:lastModifiedBy>Shi, Fengyan</cp:lastModifiedBy>
  <cp:revision>8</cp:revision>
  <dcterms:created xsi:type="dcterms:W3CDTF">2017-05-11T14:56:25Z</dcterms:created>
  <dcterms:modified xsi:type="dcterms:W3CDTF">2025-01-26T17:47:42Z</dcterms:modified>
</cp:coreProperties>
</file>